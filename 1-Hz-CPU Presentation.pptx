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A5B01A-91C4-4E87-BA66-0AE34DE12C8D}">
  <a:tblStyle styleId="{66A5B01A-91C4-4E87-BA66-0AE34DE12C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7788e09d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7788e09d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6ea93ac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6ea93ac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7788e09d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27788e09d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27b98a1ac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27b98a1a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7788e09d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27788e09d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Suchir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6ea93ac9e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26ea93ac9e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6ea93ac9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26ea93ac9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6ea93ac9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6ea93ac9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6ea93ac9e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6ea93ac9e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6ea93ac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6ea93ac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6ea93ac9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6ea93ac9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6ea93ac9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26ea93ac9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Soooch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7788e09d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7788e09d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Sooch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7788e09d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27788e09d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7788e09d8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27788e09d8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1-Hz-CPU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Suchir Kavi, Victor Kolcan, Mesa Perry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DataPath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0" y="1017725"/>
            <a:ext cx="9144000" cy="384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20083" l="0" r="0" t="0"/>
          <a:stretch/>
        </p:blipFill>
        <p:spPr>
          <a:xfrm>
            <a:off x="0" y="1245739"/>
            <a:ext cx="9144000" cy="318752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 rot="10590567">
            <a:off x="-96124" y="2151158"/>
            <a:ext cx="512451" cy="641986"/>
          </a:xfrm>
          <a:prstGeom prst="smileyFace">
            <a:avLst>
              <a:gd fmla="val 4653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rot="10591032">
            <a:off x="1745432" y="2155179"/>
            <a:ext cx="641986" cy="515146"/>
          </a:xfrm>
          <a:prstGeom prst="smileyFace">
            <a:avLst>
              <a:gd fmla="val 4653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50" y="1474113"/>
            <a:ext cx="700087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Pipelined Data and Instruction Cache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 throughput increase over stateful cache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Reads: once per 2 cycles -&gt; once per cycle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Writes: once per 3 cycles -&gt; once per 2 cycles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achieved with successive hits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Increased Fmax from 143MHz to 185Mhz – 29% speedup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 difficulty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Cache Read Max Throughput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1763"/>
            <a:ext cx="8839200" cy="145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GShare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Benefits: it’s a branch predictor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Fairly simple to implement.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 i </a:t>
            </a:r>
            <a:r>
              <a:rPr lang="en"/>
              <a:t>think</a:t>
            </a:r>
            <a:r>
              <a:rPr lang="en"/>
              <a:t> the branch history was too long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Took too many loops to settle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44875" y="1053225"/>
            <a:ext cx="617850" cy="61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600" y="2076075"/>
            <a:ext cx="1405224" cy="35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forward optimization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eneralized </a:t>
            </a:r>
            <a:r>
              <a:rPr lang="en"/>
              <a:t>c</a:t>
            </a:r>
            <a:r>
              <a:rPr lang="en"/>
              <a:t>mov type operations.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Reduce comp1 to 75413 cycles.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Very little impact for other benches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worth it vs fmax drop.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8375" y="1152475"/>
            <a:ext cx="384810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comp1b    -&gt;                                         &lt;- comp3b -&gt;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 b="1224" l="0" r="1806" t="0"/>
          <a:stretch/>
        </p:blipFill>
        <p:spPr>
          <a:xfrm>
            <a:off x="2065175" y="876163"/>
            <a:ext cx="2450400" cy="404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2921" y="1689921"/>
            <a:ext cx="3101075" cy="22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Gshare performance</a:t>
            </a:r>
            <a:endParaRPr/>
          </a:p>
        </p:txBody>
      </p:sp>
      <p:graphicFrame>
        <p:nvGraphicFramePr>
          <p:cNvPr id="112" name="Google Shape;112;p21"/>
          <p:cNvGraphicFramePr/>
          <p:nvPr/>
        </p:nvGraphicFramePr>
        <p:xfrm>
          <a:off x="952500" y="116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{66A5B01A-91C4-4E87-BA66-0AE34DE12C8D}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comp1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comp2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comp3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# branches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9391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26487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# taken branches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3538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14731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1730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# not taken branches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5853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11756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# mispredicts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2360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3101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# taken mispredicts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1699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# not taken mispredicts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527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graphicFrame>
        <p:nvGraphicFramePr>
          <p:cNvPr id="118" name="Google Shape;118;p22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{66A5B01A-91C4-4E87-BA66-0AE34DE12C8D}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@ 185 MHz Fmax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comp1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comp2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comp3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# cycles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79719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149093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113290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power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594.12mW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594</a:t>
                      </a:r>
                      <a:r>
                        <a:rPr lang="en">
                          <a:solidFill>
                            <a:schemeClr val="lt2"/>
                          </a:solidFill>
                        </a:rPr>
                        <a:t>.12mW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594</a:t>
                      </a:r>
                      <a:r>
                        <a:rPr lang="en">
                          <a:solidFill>
                            <a:schemeClr val="lt2"/>
                          </a:solidFill>
                        </a:rPr>
                        <a:t>.12mW</a:t>
                      </a:r>
                      <a:endParaRPr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0740"/>
            <a:ext cx="9144001" cy="1179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Multiplier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Multiplier helps reduce total instruction count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Sought out advanced designs such as Array, Dadda or Wallace multiplier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Went with Array because of simpler design even if it was slower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Did not finish integrating with overall CPU 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75" y="2571750"/>
            <a:ext cx="3440876" cy="20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1575" y="2571750"/>
            <a:ext cx="2523525" cy="187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/>
        </p:nvSpPr>
        <p:spPr>
          <a:xfrm>
            <a:off x="366425" y="4631600"/>
            <a:ext cx="862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              (Array Multiplier)                                                                              (Wallace Multiplier)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Zbb extension (Bit Manipulation)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Particularly interested in Bit Reversal part of Zbb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Wanted to use for competition codes in order to change the endianness of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Again similar to multiply in the fact that we wanted it to reduce instructions for the competition codes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3264513"/>
            <a:ext cx="22860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Superscalar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Scoreboard Implemented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Original Goal was a 2-way issue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Goal was later abandoned in </a:t>
            </a:r>
            <a:r>
              <a:rPr lang="en"/>
              <a:t>lieu</a:t>
            </a:r>
            <a:r>
              <a:rPr lang="en"/>
              <a:t> of other design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Superscalar was much more ambitious than we intended and we fell too far behind in the timeline to continue</a:t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288" y="2839725"/>
            <a:ext cx="6231425" cy="21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Methodology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Based our design around the competition codes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analyzed the instructions in each assembly file to see what each comp code targeted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Then we picked other advanced design options that would definitely increase our performance on the competition codes.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Getting RVFI hooked up. Should have done this earlier. Saved a lot of time for checkpoints 3 and 4 with </a:t>
            </a:r>
            <a:r>
              <a:rPr lang="en"/>
              <a:t>debugging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Managing write-back policy with a stateless cache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Jump logic correctness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Timeline issues. Took a lot longer to debug than we usually expected.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Longest Critical Path from Cache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